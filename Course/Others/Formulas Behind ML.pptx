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c6817783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c6817783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c6817783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c6817783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6817783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c6817783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c6817783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c6817783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c6817783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c6817783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c6817783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c6817783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c6817783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c6817783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c6817783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c6817783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c6817783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c6817783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6817783d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c6817783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Mathematical Formulas behind ML concepts/Algos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100" y="261125"/>
            <a:ext cx="735831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3933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1652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2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2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25" y="516388"/>
            <a:ext cx="8839200" cy="411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09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09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7750"/>
            <a:ext cx="8839200" cy="3942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25" y="54525"/>
            <a:ext cx="83205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